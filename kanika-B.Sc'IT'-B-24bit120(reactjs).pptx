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nva Sans" charset="1" panose="020B0503030501040103"/>
      <p:regular r:id="rId13"/>
    </p:embeddedFont>
    <p:embeddedFont>
      <p:font typeface="Canva Sans Bold" charset="1" panose="020B08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664294" y="2906886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9284" y="536638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5269321" y="7123585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925742" y="9493834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44934" y="732646"/>
            <a:ext cx="2767824" cy="2737630"/>
          </a:xfrm>
          <a:custGeom>
            <a:avLst/>
            <a:gdLst/>
            <a:ahLst/>
            <a:cxnLst/>
            <a:rect r="r" b="b" t="t" l="l"/>
            <a:pathLst>
              <a:path h="2737630" w="2767824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644447" y="7027759"/>
            <a:ext cx="2753631" cy="2723591"/>
          </a:xfrm>
          <a:custGeom>
            <a:avLst/>
            <a:gdLst/>
            <a:ahLst/>
            <a:cxnLst/>
            <a:rect r="r" b="b" t="t" l="l"/>
            <a:pathLst>
              <a:path h="2723591" w="275363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993505" y="1818083"/>
            <a:ext cx="689395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SaaS</a:t>
            </a: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Subscription 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23988" y="1752043"/>
            <a:ext cx="327755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Title: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23988" y="3574493"/>
            <a:ext cx="189440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Course: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23988" y="5396944"/>
            <a:ext cx="317349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23988" y="7219394"/>
            <a:ext cx="400573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Mentor / Guide: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76210" y="3607513"/>
            <a:ext cx="1949648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React Js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93505" y="5429964"/>
            <a:ext cx="6552724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BSc Information Technology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53552" y="7252414"/>
            <a:ext cx="1797487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Aravind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9284" y="536638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925742" y="9493834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44934" y="732646"/>
            <a:ext cx="2767824" cy="2737630"/>
          </a:xfrm>
          <a:custGeom>
            <a:avLst/>
            <a:gdLst/>
            <a:ahLst/>
            <a:cxnLst/>
            <a:rect r="r" b="b" t="t" l="l"/>
            <a:pathLst>
              <a:path h="2737630" w="2767824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616589" y="1322950"/>
            <a:ext cx="9054822" cy="8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&amp; OBJECTIVE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2359" y="3026695"/>
            <a:ext cx="16476941" cy="59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SaaS applications like Netflix and Spotify are widely used today.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Managing multiple subscriptions manually is difficult and confusing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main objective is to build a user-friendly dashboard.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helps users view subscription and billing data easily.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also allows upgrading and managing plans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664294" y="2906886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5269321" y="7123585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2925742" y="9493834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44934" y="732646"/>
            <a:ext cx="2767824" cy="2737630"/>
          </a:xfrm>
          <a:custGeom>
            <a:avLst/>
            <a:gdLst/>
            <a:ahLst/>
            <a:cxnLst/>
            <a:rect r="r" b="b" t="t" l="l"/>
            <a:pathLst>
              <a:path h="2737630" w="2767824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64411" y="571817"/>
            <a:ext cx="6759178" cy="8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 USED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55526" y="1944370"/>
            <a:ext cx="13048059" cy="731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ReactJS is used to build the frontend interface.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supports reusable components and fast rendering.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Axios is used for API calls and data fetching.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JSON Server is used as a mock backend.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React Router enables navigation between pages.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Recharts is used for chart visualization.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664294" y="2906886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5269321" y="7123585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2925742" y="9493834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44934" y="732646"/>
            <a:ext cx="2767824" cy="2737630"/>
          </a:xfrm>
          <a:custGeom>
            <a:avLst/>
            <a:gdLst/>
            <a:ahLst/>
            <a:cxnLst/>
            <a:rect r="r" b="b" t="t" l="l"/>
            <a:pathLst>
              <a:path h="2737630" w="2767824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87619" y="571817"/>
            <a:ext cx="6987659" cy="8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MODULES &amp;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92817" y="2179903"/>
            <a:ext cx="12377262" cy="731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Login module ensures secure user authentication.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module displays subscription details.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Billing module shows transaction history.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Chart module visualizes spending data.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Features include upgrade/downgrade plans.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Users can also download invoices.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478961" y="2174240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054606" y="7647384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83575" y="571817"/>
            <a:ext cx="5654636" cy="8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WORKING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93636" y="1944370"/>
            <a:ext cx="11218426" cy="731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logs in using credentials.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loads subscription data from API.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can upgrade or downgrade plans.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Billing page displays payment history.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Charts show spending trends visually.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 can download invoice files.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761183" y="2174240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14693043" y="7647384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44934" y="732646"/>
            <a:ext cx="2767824" cy="2737630"/>
          </a:xfrm>
          <a:custGeom>
            <a:avLst/>
            <a:gdLst/>
            <a:ahLst/>
            <a:cxnLst/>
            <a:rect r="r" b="b" t="t" l="l"/>
            <a:pathLst>
              <a:path h="2737630" w="2767824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10795" y="646921"/>
            <a:ext cx="7466409" cy="8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 &amp; ADVANTAGES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2643" y="2179903"/>
            <a:ext cx="13340239" cy="731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displays all subscriptions clearly.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Billing page shows complete payment details.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Charts provide visual understanding of expenses.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Invoice download improves usability.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saves time and improves subscription management.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a clean and interactive user experience.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664294" y="2906886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7" y="0"/>
                </a:lnTo>
                <a:lnTo>
                  <a:pt x="4740497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9284" y="536638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5269321" y="7123585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7"/>
                </a:lnTo>
                <a:lnTo>
                  <a:pt x="0" y="392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2925742" y="9493834"/>
            <a:ext cx="4740498" cy="392017"/>
          </a:xfrm>
          <a:custGeom>
            <a:avLst/>
            <a:gdLst/>
            <a:ahLst/>
            <a:cxnLst/>
            <a:rect r="r" b="b" t="t" l="l"/>
            <a:pathLst>
              <a:path h="392017" w="4740498">
                <a:moveTo>
                  <a:pt x="0" y="0"/>
                </a:moveTo>
                <a:lnTo>
                  <a:pt x="4740498" y="0"/>
                </a:lnTo>
                <a:lnTo>
                  <a:pt x="474049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44934" y="732646"/>
            <a:ext cx="2767824" cy="2737630"/>
          </a:xfrm>
          <a:custGeom>
            <a:avLst/>
            <a:gdLst/>
            <a:ahLst/>
            <a:cxnLst/>
            <a:rect r="r" b="b" t="t" l="l"/>
            <a:pathLst>
              <a:path h="2737630" w="2767824">
                <a:moveTo>
                  <a:pt x="0" y="0"/>
                </a:moveTo>
                <a:lnTo>
                  <a:pt x="2767824" y="0"/>
                </a:lnTo>
                <a:lnTo>
                  <a:pt x="2767824" y="2737630"/>
                </a:lnTo>
                <a:lnTo>
                  <a:pt x="0" y="27376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644447" y="7027759"/>
            <a:ext cx="2753631" cy="2723591"/>
          </a:xfrm>
          <a:custGeom>
            <a:avLst/>
            <a:gdLst/>
            <a:ahLst/>
            <a:cxnLst/>
            <a:rect r="r" b="b" t="t" l="l"/>
            <a:pathLst>
              <a:path h="2723591" w="2753631">
                <a:moveTo>
                  <a:pt x="0" y="0"/>
                </a:moveTo>
                <a:lnTo>
                  <a:pt x="2753630" y="0"/>
                </a:lnTo>
                <a:lnTo>
                  <a:pt x="2753630" y="2723591"/>
                </a:lnTo>
                <a:lnTo>
                  <a:pt x="0" y="2723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87399" y="942975"/>
            <a:ext cx="9621203" cy="8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b="true" sz="48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&amp; FUTURE SCOPE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06949" y="2444828"/>
            <a:ext cx="13731627" cy="59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successfully implements a SaaS dashboard.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uses React concepts and API integration effectively.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Future scope includes payment gateway integration.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UI improvements and animations can be added.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can be deployed for real-world usage.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DAHGXE9KJpA</dc:identifier>
  <dcterms:modified xsi:type="dcterms:W3CDTF">2011-08-01T06:04:30Z</dcterms:modified>
  <cp:revision>1</cp:revision>
  <dc:title>Project Title: Digital Clock with Alarm Course: JavaScript / Web Development Project Project Team Members : Janani.K - Roll no:24bit116 Janessa.V.K - Roll no:24bit117 Kalaikumar.R - Roll no:24bit118 Kamali.A - Roll no:24bit119 Kanika Sri.M.K - Roll</dc:title>
</cp:coreProperties>
</file>