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Canva Sans" panose="020B0604020202020204" charset="0"/>
      <p:regular r:id="rId9"/>
    </p:embeddedFont>
    <p:embeddedFont>
      <p:font typeface="Canva Sans Bold" panose="020B0604020202020204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61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F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1664294" y="2906886"/>
            <a:ext cx="4740498" cy="392017"/>
          </a:xfrm>
          <a:custGeom>
            <a:avLst/>
            <a:gdLst/>
            <a:ahLst/>
            <a:cxnLst/>
            <a:rect l="l" t="t" r="r" b="b"/>
            <a:pathLst>
              <a:path w="4740498" h="392017">
                <a:moveTo>
                  <a:pt x="0" y="0"/>
                </a:moveTo>
                <a:lnTo>
                  <a:pt x="4740497" y="0"/>
                </a:lnTo>
                <a:lnTo>
                  <a:pt x="4740497" y="392017"/>
                </a:lnTo>
                <a:lnTo>
                  <a:pt x="0" y="3920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79284" y="536638"/>
            <a:ext cx="4740498" cy="392017"/>
          </a:xfrm>
          <a:custGeom>
            <a:avLst/>
            <a:gdLst/>
            <a:ahLst/>
            <a:cxnLst/>
            <a:rect l="l" t="t" r="r" b="b"/>
            <a:pathLst>
              <a:path w="4740498" h="392017">
                <a:moveTo>
                  <a:pt x="0" y="0"/>
                </a:moveTo>
                <a:lnTo>
                  <a:pt x="4740498" y="0"/>
                </a:lnTo>
                <a:lnTo>
                  <a:pt x="4740498" y="392016"/>
                </a:lnTo>
                <a:lnTo>
                  <a:pt x="0" y="3920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5400000">
            <a:off x="15269321" y="7123585"/>
            <a:ext cx="4740498" cy="392017"/>
          </a:xfrm>
          <a:custGeom>
            <a:avLst/>
            <a:gdLst/>
            <a:ahLst/>
            <a:cxnLst/>
            <a:rect l="l" t="t" r="r" b="b"/>
            <a:pathLst>
              <a:path w="4740498" h="392017">
                <a:moveTo>
                  <a:pt x="0" y="0"/>
                </a:moveTo>
                <a:lnTo>
                  <a:pt x="4740498" y="0"/>
                </a:lnTo>
                <a:lnTo>
                  <a:pt x="4740498" y="392017"/>
                </a:lnTo>
                <a:lnTo>
                  <a:pt x="0" y="3920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800000">
            <a:off x="12925742" y="9493834"/>
            <a:ext cx="4740498" cy="392017"/>
          </a:xfrm>
          <a:custGeom>
            <a:avLst/>
            <a:gdLst/>
            <a:ahLst/>
            <a:cxnLst/>
            <a:rect l="l" t="t" r="r" b="b"/>
            <a:pathLst>
              <a:path w="4740498" h="392017">
                <a:moveTo>
                  <a:pt x="0" y="0"/>
                </a:moveTo>
                <a:lnTo>
                  <a:pt x="4740498" y="0"/>
                </a:lnTo>
                <a:lnTo>
                  <a:pt x="4740498" y="392016"/>
                </a:lnTo>
                <a:lnTo>
                  <a:pt x="0" y="3920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4844934" y="732646"/>
            <a:ext cx="2767824" cy="2737630"/>
          </a:xfrm>
          <a:custGeom>
            <a:avLst/>
            <a:gdLst/>
            <a:ahLst/>
            <a:cxnLst/>
            <a:rect l="l" t="t" r="r" b="b"/>
            <a:pathLst>
              <a:path w="2767824" h="2737630">
                <a:moveTo>
                  <a:pt x="0" y="0"/>
                </a:moveTo>
                <a:lnTo>
                  <a:pt x="2767824" y="0"/>
                </a:lnTo>
                <a:lnTo>
                  <a:pt x="2767824" y="2737630"/>
                </a:lnTo>
                <a:lnTo>
                  <a:pt x="0" y="27376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0800000">
            <a:off x="644447" y="7027759"/>
            <a:ext cx="2753631" cy="2723591"/>
          </a:xfrm>
          <a:custGeom>
            <a:avLst/>
            <a:gdLst/>
            <a:ahLst/>
            <a:cxnLst/>
            <a:rect l="l" t="t" r="r" b="b"/>
            <a:pathLst>
              <a:path w="2753631" h="2723591">
                <a:moveTo>
                  <a:pt x="0" y="0"/>
                </a:moveTo>
                <a:lnTo>
                  <a:pt x="2753630" y="0"/>
                </a:lnTo>
                <a:lnTo>
                  <a:pt x="2753630" y="2723591"/>
                </a:lnTo>
                <a:lnTo>
                  <a:pt x="0" y="27235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6993505" y="1818083"/>
            <a:ext cx="6893957" cy="646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19"/>
              </a:lnSpc>
              <a:spcBef>
                <a:spcPct val="0"/>
              </a:spcBef>
            </a:pPr>
            <a:r>
              <a:rPr lang="en-US" sz="3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SaaS Subscription Dashboard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523988" y="1752043"/>
            <a:ext cx="3277553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Project Title: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523988" y="3574493"/>
            <a:ext cx="1894403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Course: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523988" y="5396944"/>
            <a:ext cx="3173492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Department: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523988" y="7219394"/>
            <a:ext cx="4005739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Mentor / Guide: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776209" y="3607513"/>
            <a:ext cx="2264205" cy="6464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319"/>
              </a:lnSpc>
              <a:spcBef>
                <a:spcPct val="0"/>
              </a:spcBef>
            </a:pPr>
            <a:r>
              <a:rPr lang="en-US" sz="37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React </a:t>
            </a:r>
            <a:r>
              <a:rPr lang="en-US" sz="3799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Js</a:t>
            </a:r>
            <a:endParaRPr lang="en-US" sz="3799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6993505" y="5429964"/>
            <a:ext cx="6893956" cy="6464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319"/>
              </a:lnSpc>
              <a:spcBef>
                <a:spcPct val="0"/>
              </a:spcBef>
            </a:pPr>
            <a:r>
              <a:rPr lang="en-US" sz="37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BSc Information Technology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653552" y="7252414"/>
            <a:ext cx="3624048" cy="6355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319"/>
              </a:lnSpc>
              <a:spcBef>
                <a:spcPct val="0"/>
              </a:spcBef>
            </a:pPr>
            <a:r>
              <a:rPr lang="en-US" sz="3799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Mr</a:t>
            </a:r>
            <a:r>
              <a:rPr lang="en-US" sz="37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Aravind 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F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79284" y="536638"/>
            <a:ext cx="4740498" cy="392017"/>
          </a:xfrm>
          <a:custGeom>
            <a:avLst/>
            <a:gdLst/>
            <a:ahLst/>
            <a:cxnLst/>
            <a:rect l="l" t="t" r="r" b="b"/>
            <a:pathLst>
              <a:path w="4740498" h="392017">
                <a:moveTo>
                  <a:pt x="0" y="0"/>
                </a:moveTo>
                <a:lnTo>
                  <a:pt x="4740498" y="0"/>
                </a:lnTo>
                <a:lnTo>
                  <a:pt x="4740498" y="392016"/>
                </a:lnTo>
                <a:lnTo>
                  <a:pt x="0" y="3920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12925742" y="9493834"/>
            <a:ext cx="4740498" cy="392017"/>
          </a:xfrm>
          <a:custGeom>
            <a:avLst/>
            <a:gdLst/>
            <a:ahLst/>
            <a:cxnLst/>
            <a:rect l="l" t="t" r="r" b="b"/>
            <a:pathLst>
              <a:path w="4740498" h="392017">
                <a:moveTo>
                  <a:pt x="0" y="0"/>
                </a:moveTo>
                <a:lnTo>
                  <a:pt x="4740498" y="0"/>
                </a:lnTo>
                <a:lnTo>
                  <a:pt x="4740498" y="392016"/>
                </a:lnTo>
                <a:lnTo>
                  <a:pt x="0" y="3920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844934" y="732646"/>
            <a:ext cx="2767824" cy="2737630"/>
          </a:xfrm>
          <a:custGeom>
            <a:avLst/>
            <a:gdLst/>
            <a:ahLst/>
            <a:cxnLst/>
            <a:rect l="l" t="t" r="r" b="b"/>
            <a:pathLst>
              <a:path w="2767824" h="2737630">
                <a:moveTo>
                  <a:pt x="0" y="0"/>
                </a:moveTo>
                <a:lnTo>
                  <a:pt x="2767824" y="0"/>
                </a:lnTo>
                <a:lnTo>
                  <a:pt x="2767824" y="2737630"/>
                </a:lnTo>
                <a:lnTo>
                  <a:pt x="0" y="27376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4616589" y="1322950"/>
            <a:ext cx="9054822" cy="828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59"/>
              </a:lnSpc>
              <a:spcBef>
                <a:spcPct val="0"/>
              </a:spcBef>
            </a:pPr>
            <a:r>
              <a:rPr lang="en-US" sz="48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INTRODUCTION &amp; OBJECTIVE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82359" y="3026695"/>
            <a:ext cx="16476941" cy="5980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20417" lvl="1" indent="-410209" algn="l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SaaS applications like Netflix and Spotify are widely used today.</a:t>
            </a:r>
          </a:p>
          <a:p>
            <a:pPr algn="l">
              <a:lnSpc>
                <a:spcPts val="5319"/>
              </a:lnSpc>
            </a:pPr>
            <a:endParaRPr lang="en-US" sz="37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820417" lvl="1" indent="-410209" algn="l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Managing multiple subscriptions manually is difficult and confusing</a:t>
            </a:r>
          </a:p>
          <a:p>
            <a:pPr algn="l">
              <a:lnSpc>
                <a:spcPts val="5319"/>
              </a:lnSpc>
            </a:pPr>
            <a:r>
              <a:rPr lang="en-US" sz="3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  <a:p>
            <a:pPr marL="820417" lvl="1" indent="-410209" algn="l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main objective is to build a user-friendly dashboard.</a:t>
            </a:r>
          </a:p>
          <a:p>
            <a:pPr algn="l">
              <a:lnSpc>
                <a:spcPts val="5319"/>
              </a:lnSpc>
            </a:pPr>
            <a:endParaRPr lang="en-US" sz="37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820417" lvl="1" indent="-410209" algn="l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It helps users view subscription and billing data easily.</a:t>
            </a:r>
          </a:p>
          <a:p>
            <a:pPr algn="l">
              <a:lnSpc>
                <a:spcPts val="5319"/>
              </a:lnSpc>
            </a:pPr>
            <a:endParaRPr lang="en-US" sz="37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820417" lvl="1" indent="-410209" algn="l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It also allows upgrading and managing plans efficiently.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F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1664294" y="2906886"/>
            <a:ext cx="4740498" cy="392017"/>
          </a:xfrm>
          <a:custGeom>
            <a:avLst/>
            <a:gdLst/>
            <a:ahLst/>
            <a:cxnLst/>
            <a:rect l="l" t="t" r="r" b="b"/>
            <a:pathLst>
              <a:path w="4740498" h="392017">
                <a:moveTo>
                  <a:pt x="0" y="0"/>
                </a:moveTo>
                <a:lnTo>
                  <a:pt x="4740497" y="0"/>
                </a:lnTo>
                <a:lnTo>
                  <a:pt x="4740497" y="392017"/>
                </a:lnTo>
                <a:lnTo>
                  <a:pt x="0" y="3920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400000">
            <a:off x="15269321" y="7123585"/>
            <a:ext cx="4740498" cy="392017"/>
          </a:xfrm>
          <a:custGeom>
            <a:avLst/>
            <a:gdLst/>
            <a:ahLst/>
            <a:cxnLst/>
            <a:rect l="l" t="t" r="r" b="b"/>
            <a:pathLst>
              <a:path w="4740498" h="392017">
                <a:moveTo>
                  <a:pt x="0" y="0"/>
                </a:moveTo>
                <a:lnTo>
                  <a:pt x="4740498" y="0"/>
                </a:lnTo>
                <a:lnTo>
                  <a:pt x="4740498" y="392017"/>
                </a:lnTo>
                <a:lnTo>
                  <a:pt x="0" y="3920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0800000">
            <a:off x="12925742" y="9493834"/>
            <a:ext cx="4740498" cy="392017"/>
          </a:xfrm>
          <a:custGeom>
            <a:avLst/>
            <a:gdLst/>
            <a:ahLst/>
            <a:cxnLst/>
            <a:rect l="l" t="t" r="r" b="b"/>
            <a:pathLst>
              <a:path w="4740498" h="392017">
                <a:moveTo>
                  <a:pt x="0" y="0"/>
                </a:moveTo>
                <a:lnTo>
                  <a:pt x="4740498" y="0"/>
                </a:lnTo>
                <a:lnTo>
                  <a:pt x="4740498" y="392016"/>
                </a:lnTo>
                <a:lnTo>
                  <a:pt x="0" y="3920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844934" y="732646"/>
            <a:ext cx="2767824" cy="2737630"/>
          </a:xfrm>
          <a:custGeom>
            <a:avLst/>
            <a:gdLst/>
            <a:ahLst/>
            <a:cxnLst/>
            <a:rect l="l" t="t" r="r" b="b"/>
            <a:pathLst>
              <a:path w="2767824" h="2737630">
                <a:moveTo>
                  <a:pt x="0" y="0"/>
                </a:moveTo>
                <a:lnTo>
                  <a:pt x="2767824" y="0"/>
                </a:lnTo>
                <a:lnTo>
                  <a:pt x="2767824" y="2737630"/>
                </a:lnTo>
                <a:lnTo>
                  <a:pt x="0" y="27376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5764411" y="571817"/>
            <a:ext cx="6759178" cy="828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59"/>
              </a:lnSpc>
              <a:spcBef>
                <a:spcPct val="0"/>
              </a:spcBef>
            </a:pPr>
            <a:r>
              <a:rPr lang="en-US" sz="48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TECHNOLOGIES USED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055526" y="1944370"/>
            <a:ext cx="13048059" cy="7313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20417" lvl="1" indent="-410209" algn="l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ReactJS is used to build the frontend interface.</a:t>
            </a:r>
          </a:p>
          <a:p>
            <a:pPr algn="l">
              <a:lnSpc>
                <a:spcPts val="5319"/>
              </a:lnSpc>
            </a:pPr>
            <a:endParaRPr lang="en-US" sz="37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820417" lvl="1" indent="-410209" algn="l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It supports reusable components and fast rendering.</a:t>
            </a:r>
          </a:p>
          <a:p>
            <a:pPr algn="l">
              <a:lnSpc>
                <a:spcPts val="5319"/>
              </a:lnSpc>
            </a:pPr>
            <a:endParaRPr lang="en-US" sz="37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820417" lvl="1" indent="-410209" algn="l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Axios is used for API calls and data fetching.</a:t>
            </a:r>
          </a:p>
          <a:p>
            <a:pPr algn="l">
              <a:lnSpc>
                <a:spcPts val="5319"/>
              </a:lnSpc>
            </a:pPr>
            <a:endParaRPr lang="en-US" sz="37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820417" lvl="1" indent="-410209" algn="l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JSON Server is used as a mock backend.</a:t>
            </a:r>
          </a:p>
          <a:p>
            <a:pPr algn="l">
              <a:lnSpc>
                <a:spcPts val="5319"/>
              </a:lnSpc>
            </a:pPr>
            <a:endParaRPr lang="en-US" sz="37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820417" lvl="1" indent="-410209" algn="l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React Router enables navigation between pages.</a:t>
            </a:r>
          </a:p>
          <a:p>
            <a:pPr algn="l">
              <a:lnSpc>
                <a:spcPts val="5319"/>
              </a:lnSpc>
            </a:pPr>
            <a:endParaRPr lang="en-US" sz="37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820417" lvl="1" indent="-410209" algn="l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Recharts is used for chart visualization.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F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1664294" y="2906886"/>
            <a:ext cx="4740498" cy="392017"/>
          </a:xfrm>
          <a:custGeom>
            <a:avLst/>
            <a:gdLst/>
            <a:ahLst/>
            <a:cxnLst/>
            <a:rect l="l" t="t" r="r" b="b"/>
            <a:pathLst>
              <a:path w="4740498" h="392017">
                <a:moveTo>
                  <a:pt x="0" y="0"/>
                </a:moveTo>
                <a:lnTo>
                  <a:pt x="4740497" y="0"/>
                </a:lnTo>
                <a:lnTo>
                  <a:pt x="4740497" y="392017"/>
                </a:lnTo>
                <a:lnTo>
                  <a:pt x="0" y="3920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400000">
            <a:off x="15269321" y="7123585"/>
            <a:ext cx="4740498" cy="392017"/>
          </a:xfrm>
          <a:custGeom>
            <a:avLst/>
            <a:gdLst/>
            <a:ahLst/>
            <a:cxnLst/>
            <a:rect l="l" t="t" r="r" b="b"/>
            <a:pathLst>
              <a:path w="4740498" h="392017">
                <a:moveTo>
                  <a:pt x="0" y="0"/>
                </a:moveTo>
                <a:lnTo>
                  <a:pt x="4740498" y="0"/>
                </a:lnTo>
                <a:lnTo>
                  <a:pt x="4740498" y="392017"/>
                </a:lnTo>
                <a:lnTo>
                  <a:pt x="0" y="3920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0800000">
            <a:off x="12925742" y="9493834"/>
            <a:ext cx="4740498" cy="392017"/>
          </a:xfrm>
          <a:custGeom>
            <a:avLst/>
            <a:gdLst/>
            <a:ahLst/>
            <a:cxnLst/>
            <a:rect l="l" t="t" r="r" b="b"/>
            <a:pathLst>
              <a:path w="4740498" h="392017">
                <a:moveTo>
                  <a:pt x="0" y="0"/>
                </a:moveTo>
                <a:lnTo>
                  <a:pt x="4740498" y="0"/>
                </a:lnTo>
                <a:lnTo>
                  <a:pt x="4740498" y="392016"/>
                </a:lnTo>
                <a:lnTo>
                  <a:pt x="0" y="3920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844934" y="732646"/>
            <a:ext cx="2767824" cy="2737630"/>
          </a:xfrm>
          <a:custGeom>
            <a:avLst/>
            <a:gdLst/>
            <a:ahLst/>
            <a:cxnLst/>
            <a:rect l="l" t="t" r="r" b="b"/>
            <a:pathLst>
              <a:path w="2767824" h="2737630">
                <a:moveTo>
                  <a:pt x="0" y="0"/>
                </a:moveTo>
                <a:lnTo>
                  <a:pt x="2767824" y="0"/>
                </a:lnTo>
                <a:lnTo>
                  <a:pt x="2767824" y="2737630"/>
                </a:lnTo>
                <a:lnTo>
                  <a:pt x="0" y="27376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4887619" y="571817"/>
            <a:ext cx="6987659" cy="828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59"/>
              </a:lnSpc>
              <a:spcBef>
                <a:spcPct val="0"/>
              </a:spcBef>
            </a:pPr>
            <a:r>
              <a:rPr lang="en-US" sz="48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MODULES &amp; FEATURES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192817" y="2179903"/>
            <a:ext cx="12377262" cy="7313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20417" lvl="1" indent="-410209" algn="l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Login module ensures secure user authentication.</a:t>
            </a:r>
          </a:p>
          <a:p>
            <a:pPr algn="l">
              <a:lnSpc>
                <a:spcPts val="5319"/>
              </a:lnSpc>
            </a:pPr>
            <a:endParaRPr lang="en-US" sz="37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820417" lvl="1" indent="-410209" algn="l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Dashboard module displays subscription details.</a:t>
            </a:r>
          </a:p>
          <a:p>
            <a:pPr algn="l">
              <a:lnSpc>
                <a:spcPts val="5319"/>
              </a:lnSpc>
            </a:pPr>
            <a:endParaRPr lang="en-US" sz="37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820417" lvl="1" indent="-410209" algn="l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Billing module shows transaction history.</a:t>
            </a:r>
          </a:p>
          <a:p>
            <a:pPr algn="l">
              <a:lnSpc>
                <a:spcPts val="5319"/>
              </a:lnSpc>
            </a:pPr>
            <a:endParaRPr lang="en-US" sz="37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820417" lvl="1" indent="-410209" algn="l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Chart module visualizes spending data.</a:t>
            </a:r>
          </a:p>
          <a:p>
            <a:pPr algn="l">
              <a:lnSpc>
                <a:spcPts val="5319"/>
              </a:lnSpc>
            </a:pPr>
            <a:endParaRPr lang="en-US" sz="37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820417" lvl="1" indent="-410209" algn="l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Features include upgrade/downgrade plans.</a:t>
            </a:r>
          </a:p>
          <a:p>
            <a:pPr algn="l">
              <a:lnSpc>
                <a:spcPts val="5319"/>
              </a:lnSpc>
            </a:pPr>
            <a:endParaRPr lang="en-US" sz="37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820417" lvl="1" indent="-410209" algn="l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Users can also download invoices.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F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478961" y="2174240"/>
            <a:ext cx="4740498" cy="392017"/>
          </a:xfrm>
          <a:custGeom>
            <a:avLst/>
            <a:gdLst/>
            <a:ahLst/>
            <a:cxnLst/>
            <a:rect l="l" t="t" r="r" b="b"/>
            <a:pathLst>
              <a:path w="4740498" h="392017">
                <a:moveTo>
                  <a:pt x="0" y="0"/>
                </a:moveTo>
                <a:lnTo>
                  <a:pt x="4740498" y="0"/>
                </a:lnTo>
                <a:lnTo>
                  <a:pt x="4740498" y="392017"/>
                </a:lnTo>
                <a:lnTo>
                  <a:pt x="0" y="3920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400000">
            <a:off x="14054606" y="7647384"/>
            <a:ext cx="4740498" cy="392017"/>
          </a:xfrm>
          <a:custGeom>
            <a:avLst/>
            <a:gdLst/>
            <a:ahLst/>
            <a:cxnLst/>
            <a:rect l="l" t="t" r="r" b="b"/>
            <a:pathLst>
              <a:path w="4740498" h="392017">
                <a:moveTo>
                  <a:pt x="0" y="0"/>
                </a:moveTo>
                <a:lnTo>
                  <a:pt x="4740497" y="0"/>
                </a:lnTo>
                <a:lnTo>
                  <a:pt x="4740497" y="392017"/>
                </a:lnTo>
                <a:lnTo>
                  <a:pt x="0" y="3920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483575" y="571817"/>
            <a:ext cx="5654636" cy="828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59"/>
              </a:lnSpc>
              <a:spcBef>
                <a:spcPct val="0"/>
              </a:spcBef>
            </a:pPr>
            <a:r>
              <a:rPr lang="en-US" sz="48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SYSTEM WORKING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393636" y="1944370"/>
            <a:ext cx="11218426" cy="7313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20417" lvl="1" indent="-410209" algn="l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User logs in using credentials.</a:t>
            </a:r>
          </a:p>
          <a:p>
            <a:pPr algn="l">
              <a:lnSpc>
                <a:spcPts val="5319"/>
              </a:lnSpc>
            </a:pPr>
            <a:endParaRPr lang="en-US" sz="37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820417" lvl="1" indent="-410209" algn="l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Dashboard loads subscription data from API.</a:t>
            </a:r>
          </a:p>
          <a:p>
            <a:pPr algn="l">
              <a:lnSpc>
                <a:spcPts val="5319"/>
              </a:lnSpc>
            </a:pPr>
            <a:endParaRPr lang="en-US" sz="37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820417" lvl="1" indent="-410209" algn="l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User can upgrade or downgrade plans.</a:t>
            </a:r>
          </a:p>
          <a:p>
            <a:pPr algn="l">
              <a:lnSpc>
                <a:spcPts val="5319"/>
              </a:lnSpc>
            </a:pPr>
            <a:endParaRPr lang="en-US" sz="37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820417" lvl="1" indent="-410209" algn="l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Billing page displays payment history.</a:t>
            </a:r>
          </a:p>
          <a:p>
            <a:pPr algn="l">
              <a:lnSpc>
                <a:spcPts val="5319"/>
              </a:lnSpc>
            </a:pPr>
            <a:endParaRPr lang="en-US" sz="37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820417" lvl="1" indent="-410209" algn="l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Charts show spending trends visually.</a:t>
            </a:r>
          </a:p>
          <a:p>
            <a:pPr algn="l">
              <a:lnSpc>
                <a:spcPts val="5319"/>
              </a:lnSpc>
            </a:pPr>
            <a:endParaRPr lang="en-US" sz="37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820417" lvl="1" indent="-410209" algn="l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User can download invoice files.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F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761183" y="2174240"/>
            <a:ext cx="4740498" cy="392017"/>
          </a:xfrm>
          <a:custGeom>
            <a:avLst/>
            <a:gdLst/>
            <a:ahLst/>
            <a:cxnLst/>
            <a:rect l="l" t="t" r="r" b="b"/>
            <a:pathLst>
              <a:path w="4740498" h="392017">
                <a:moveTo>
                  <a:pt x="0" y="0"/>
                </a:moveTo>
                <a:lnTo>
                  <a:pt x="4740497" y="0"/>
                </a:lnTo>
                <a:lnTo>
                  <a:pt x="4740497" y="392017"/>
                </a:lnTo>
                <a:lnTo>
                  <a:pt x="0" y="3920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400000">
            <a:off x="14693043" y="7647384"/>
            <a:ext cx="4740498" cy="392017"/>
          </a:xfrm>
          <a:custGeom>
            <a:avLst/>
            <a:gdLst/>
            <a:ahLst/>
            <a:cxnLst/>
            <a:rect l="l" t="t" r="r" b="b"/>
            <a:pathLst>
              <a:path w="4740498" h="392017">
                <a:moveTo>
                  <a:pt x="0" y="0"/>
                </a:moveTo>
                <a:lnTo>
                  <a:pt x="4740497" y="0"/>
                </a:lnTo>
                <a:lnTo>
                  <a:pt x="4740497" y="392017"/>
                </a:lnTo>
                <a:lnTo>
                  <a:pt x="0" y="3920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844934" y="732646"/>
            <a:ext cx="2767824" cy="2737630"/>
          </a:xfrm>
          <a:custGeom>
            <a:avLst/>
            <a:gdLst/>
            <a:ahLst/>
            <a:cxnLst/>
            <a:rect l="l" t="t" r="r" b="b"/>
            <a:pathLst>
              <a:path w="2767824" h="2737630">
                <a:moveTo>
                  <a:pt x="0" y="0"/>
                </a:moveTo>
                <a:lnTo>
                  <a:pt x="2767824" y="0"/>
                </a:lnTo>
                <a:lnTo>
                  <a:pt x="2767824" y="2737630"/>
                </a:lnTo>
                <a:lnTo>
                  <a:pt x="0" y="27376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5410795" y="646921"/>
            <a:ext cx="7466409" cy="828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59"/>
              </a:lnSpc>
              <a:spcBef>
                <a:spcPct val="0"/>
              </a:spcBef>
            </a:pPr>
            <a:r>
              <a:rPr lang="en-US" sz="48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OUTPUT &amp; ADVANTAGES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502643" y="2179903"/>
            <a:ext cx="13340239" cy="7313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20417" lvl="1" indent="-410209" algn="l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Dashboard displays all subscriptions clearly.</a:t>
            </a:r>
          </a:p>
          <a:p>
            <a:pPr algn="l">
              <a:lnSpc>
                <a:spcPts val="5319"/>
              </a:lnSpc>
            </a:pPr>
            <a:endParaRPr lang="en-US" sz="37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820417" lvl="1" indent="-410209" algn="l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Billing page shows complete payment details.</a:t>
            </a:r>
          </a:p>
          <a:p>
            <a:pPr algn="l">
              <a:lnSpc>
                <a:spcPts val="5319"/>
              </a:lnSpc>
            </a:pPr>
            <a:endParaRPr lang="en-US" sz="37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820417" lvl="1" indent="-410209" algn="l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Charts provide visual understanding of expenses.</a:t>
            </a:r>
          </a:p>
          <a:p>
            <a:pPr algn="l">
              <a:lnSpc>
                <a:spcPts val="5319"/>
              </a:lnSpc>
            </a:pPr>
            <a:endParaRPr lang="en-US" sz="37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820417" lvl="1" indent="-410209" algn="l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Invoice download improves usability.</a:t>
            </a:r>
          </a:p>
          <a:p>
            <a:pPr algn="l">
              <a:lnSpc>
                <a:spcPts val="5319"/>
              </a:lnSpc>
            </a:pPr>
            <a:endParaRPr lang="en-US" sz="37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820417" lvl="1" indent="-410209" algn="l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It saves time and improves subscription management.</a:t>
            </a:r>
          </a:p>
          <a:p>
            <a:pPr algn="l">
              <a:lnSpc>
                <a:spcPts val="5319"/>
              </a:lnSpc>
            </a:pPr>
            <a:endParaRPr lang="en-US" sz="37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820417" lvl="1" indent="-410209" algn="l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Provides a clean and interactive user experience.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F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1664294" y="2906886"/>
            <a:ext cx="4740498" cy="392017"/>
          </a:xfrm>
          <a:custGeom>
            <a:avLst/>
            <a:gdLst/>
            <a:ahLst/>
            <a:cxnLst/>
            <a:rect l="l" t="t" r="r" b="b"/>
            <a:pathLst>
              <a:path w="4740498" h="392017">
                <a:moveTo>
                  <a:pt x="0" y="0"/>
                </a:moveTo>
                <a:lnTo>
                  <a:pt x="4740497" y="0"/>
                </a:lnTo>
                <a:lnTo>
                  <a:pt x="4740497" y="392017"/>
                </a:lnTo>
                <a:lnTo>
                  <a:pt x="0" y="3920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79284" y="536638"/>
            <a:ext cx="4740498" cy="392017"/>
          </a:xfrm>
          <a:custGeom>
            <a:avLst/>
            <a:gdLst/>
            <a:ahLst/>
            <a:cxnLst/>
            <a:rect l="l" t="t" r="r" b="b"/>
            <a:pathLst>
              <a:path w="4740498" h="392017">
                <a:moveTo>
                  <a:pt x="0" y="0"/>
                </a:moveTo>
                <a:lnTo>
                  <a:pt x="4740498" y="0"/>
                </a:lnTo>
                <a:lnTo>
                  <a:pt x="4740498" y="392016"/>
                </a:lnTo>
                <a:lnTo>
                  <a:pt x="0" y="3920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5400000">
            <a:off x="15269321" y="7123585"/>
            <a:ext cx="4740498" cy="392017"/>
          </a:xfrm>
          <a:custGeom>
            <a:avLst/>
            <a:gdLst/>
            <a:ahLst/>
            <a:cxnLst/>
            <a:rect l="l" t="t" r="r" b="b"/>
            <a:pathLst>
              <a:path w="4740498" h="392017">
                <a:moveTo>
                  <a:pt x="0" y="0"/>
                </a:moveTo>
                <a:lnTo>
                  <a:pt x="4740498" y="0"/>
                </a:lnTo>
                <a:lnTo>
                  <a:pt x="4740498" y="392017"/>
                </a:lnTo>
                <a:lnTo>
                  <a:pt x="0" y="3920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800000">
            <a:off x="12925742" y="9493834"/>
            <a:ext cx="4740498" cy="392017"/>
          </a:xfrm>
          <a:custGeom>
            <a:avLst/>
            <a:gdLst/>
            <a:ahLst/>
            <a:cxnLst/>
            <a:rect l="l" t="t" r="r" b="b"/>
            <a:pathLst>
              <a:path w="4740498" h="392017">
                <a:moveTo>
                  <a:pt x="0" y="0"/>
                </a:moveTo>
                <a:lnTo>
                  <a:pt x="4740498" y="0"/>
                </a:lnTo>
                <a:lnTo>
                  <a:pt x="4740498" y="392016"/>
                </a:lnTo>
                <a:lnTo>
                  <a:pt x="0" y="3920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4844934" y="732646"/>
            <a:ext cx="2767824" cy="2737630"/>
          </a:xfrm>
          <a:custGeom>
            <a:avLst/>
            <a:gdLst/>
            <a:ahLst/>
            <a:cxnLst/>
            <a:rect l="l" t="t" r="r" b="b"/>
            <a:pathLst>
              <a:path w="2767824" h="2737630">
                <a:moveTo>
                  <a:pt x="0" y="0"/>
                </a:moveTo>
                <a:lnTo>
                  <a:pt x="2767824" y="0"/>
                </a:lnTo>
                <a:lnTo>
                  <a:pt x="2767824" y="2737630"/>
                </a:lnTo>
                <a:lnTo>
                  <a:pt x="0" y="27376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0800000">
            <a:off x="644447" y="7027759"/>
            <a:ext cx="2753631" cy="2723591"/>
          </a:xfrm>
          <a:custGeom>
            <a:avLst/>
            <a:gdLst/>
            <a:ahLst/>
            <a:cxnLst/>
            <a:rect l="l" t="t" r="r" b="b"/>
            <a:pathLst>
              <a:path w="2753631" h="2723591">
                <a:moveTo>
                  <a:pt x="0" y="0"/>
                </a:moveTo>
                <a:lnTo>
                  <a:pt x="2753630" y="0"/>
                </a:lnTo>
                <a:lnTo>
                  <a:pt x="2753630" y="2723591"/>
                </a:lnTo>
                <a:lnTo>
                  <a:pt x="0" y="27235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4587399" y="942975"/>
            <a:ext cx="9621203" cy="828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59"/>
              </a:lnSpc>
              <a:spcBef>
                <a:spcPct val="0"/>
              </a:spcBef>
            </a:pPr>
            <a:r>
              <a:rPr lang="en-US" sz="48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CONCLUSION &amp; FUTURE SCOPE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306949" y="2444828"/>
            <a:ext cx="13731627" cy="5980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20417" lvl="1" indent="-410209" algn="l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project successfully implements a SaaS dashboard.</a:t>
            </a:r>
          </a:p>
          <a:p>
            <a:pPr algn="l">
              <a:lnSpc>
                <a:spcPts val="5319"/>
              </a:lnSpc>
            </a:pPr>
            <a:endParaRPr lang="en-US" sz="37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820417" lvl="1" indent="-410209" algn="l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It uses React concepts and API integration effectively.</a:t>
            </a:r>
          </a:p>
          <a:p>
            <a:pPr algn="l">
              <a:lnSpc>
                <a:spcPts val="5319"/>
              </a:lnSpc>
            </a:pPr>
            <a:endParaRPr lang="en-US" sz="37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820417" lvl="1" indent="-410209" algn="l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Future scope includes payment gateway integration.</a:t>
            </a:r>
          </a:p>
          <a:p>
            <a:pPr algn="l">
              <a:lnSpc>
                <a:spcPts val="5319"/>
              </a:lnSpc>
            </a:pPr>
            <a:endParaRPr lang="en-US" sz="37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820417" lvl="1" indent="-410209" algn="l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UI improvements and animations can be added.</a:t>
            </a:r>
          </a:p>
          <a:p>
            <a:pPr algn="l">
              <a:lnSpc>
                <a:spcPts val="5319"/>
              </a:lnSpc>
            </a:pPr>
            <a:endParaRPr lang="en-US" sz="37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820417" lvl="1" indent="-410209" algn="l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project can be deployed for real-world usage.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297</Words>
  <Application>Microsoft Office PowerPoint</Application>
  <PresentationFormat>Custom</PresentationFormat>
  <Paragraphs>76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Canva Sans</vt:lpstr>
      <vt:lpstr>Arial</vt:lpstr>
      <vt:lpstr>Canva Sans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Title: Digital Clock with Alarm Course: JavaScript / Web Development Project Project Team Members : Janani.K - Roll no:24bit116 Janessa.V.K - Roll no:24bit117 Kalaikumar.R - Roll no:24bit118 Kamali.A - Roll no:24bit119 Kanika Sri.M.K - Roll</dc:title>
  <cp:lastModifiedBy>kanikasri M</cp:lastModifiedBy>
  <cp:revision>2</cp:revision>
  <dcterms:created xsi:type="dcterms:W3CDTF">2006-08-16T00:00:00Z</dcterms:created>
  <dcterms:modified xsi:type="dcterms:W3CDTF">2026-04-17T07:42:32Z</dcterms:modified>
  <dc:identifier>DAHGXE9KJpA</dc:identifier>
</cp:coreProperties>
</file>